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1" r:id="rId5"/>
    <p:sldId id="262" r:id="rId6"/>
    <p:sldId id="259" r:id="rId7"/>
    <p:sldId id="260" r:id="rId8"/>
    <p:sldId id="263" r:id="rId9"/>
    <p:sldId id="264" r:id="rId10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0F11D1-79F9-184C-6E1D-AA095623B453}" v="310" dt="2026-02-05T04:29:58.6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CC256E8-8731-8CEB-E7C4-0FE1A3062800}"/>
              </a:ext>
            </a:extLst>
          </p:cNvPr>
          <p:cNvGrpSpPr/>
          <p:nvPr/>
        </p:nvGrpSpPr>
        <p:grpSpPr>
          <a:xfrm>
            <a:off x="406671" y="69272"/>
            <a:ext cx="11326092" cy="913851"/>
            <a:chOff x="406671" y="69272"/>
            <a:chExt cx="11326092" cy="913851"/>
          </a:xfrm>
        </p:grpSpPr>
        <p:pic>
          <p:nvPicPr>
            <p:cNvPr id="4" name="Picture 3" descr="A logo with blue and green colors&#10;&#10;AI-generated content may be incorrect.">
              <a:extLst>
                <a:ext uri="{FF2B5EF4-FFF2-40B4-BE49-F238E27FC236}">
                  <a16:creationId xmlns:a16="http://schemas.microsoft.com/office/drawing/2014/main" id="{FD9E51E5-B849-E522-C251-8498FB66E9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6671" y="69272"/>
              <a:ext cx="1107401" cy="856463"/>
            </a:xfrm>
            <a:prstGeom prst="rect">
              <a:avLst/>
            </a:prstGeom>
          </p:spPr>
        </p:pic>
        <p:pic>
          <p:nvPicPr>
            <p:cNvPr id="5" name="Picture 4" descr="A logo with blue and yellow colors&#10;&#10;AI-generated content may be incorrect.">
              <a:extLst>
                <a:ext uri="{FF2B5EF4-FFF2-40B4-BE49-F238E27FC236}">
                  <a16:creationId xmlns:a16="http://schemas.microsoft.com/office/drawing/2014/main" id="{17F21CED-46C1-F10A-5A46-B3D4E6212F0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33856" y="113208"/>
              <a:ext cx="1665697" cy="825606"/>
            </a:xfrm>
            <a:prstGeom prst="rect">
              <a:avLst/>
            </a:prstGeom>
          </p:spPr>
        </p:pic>
        <p:pic>
          <p:nvPicPr>
            <p:cNvPr id="6" name="Picture 5" descr="A blue and red logo&#10;&#10;AI-generated content may be incorrect.">
              <a:extLst>
                <a:ext uri="{FF2B5EF4-FFF2-40B4-BE49-F238E27FC236}">
                  <a16:creationId xmlns:a16="http://schemas.microsoft.com/office/drawing/2014/main" id="{86D76198-565A-C354-3EDE-66E33D663C7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824613" y="185778"/>
              <a:ext cx="1908150" cy="736412"/>
            </a:xfrm>
            <a:prstGeom prst="rect">
              <a:avLst/>
            </a:prstGeom>
          </p:spPr>
        </p:pic>
        <p:pic>
          <p:nvPicPr>
            <p:cNvPr id="7" name="Picture 6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D3831683-8C1F-C75D-D9F8-0D836A4641B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820034" y="143269"/>
              <a:ext cx="784357" cy="839854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BAFC92F6-E7B7-3F12-6F91-ACEA0140283C}"/>
              </a:ext>
            </a:extLst>
          </p:cNvPr>
          <p:cNvSpPr txBox="1"/>
          <p:nvPr/>
        </p:nvSpPr>
        <p:spPr>
          <a:xfrm>
            <a:off x="3016512" y="981153"/>
            <a:ext cx="616527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4000" dirty="0">
                <a:solidFill>
                  <a:srgbClr val="FF0000"/>
                </a:solidFill>
                <a:latin typeface="Times New Roman"/>
                <a:cs typeface="Times New Roman"/>
              </a:rPr>
              <a:t>PITCH FOR TOMORROW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23E370-037A-FDE9-7466-1A8B85CBECFB}"/>
              </a:ext>
            </a:extLst>
          </p:cNvPr>
          <p:cNvSpPr txBox="1"/>
          <p:nvPr/>
        </p:nvSpPr>
        <p:spPr>
          <a:xfrm>
            <a:off x="1798572" y="2292297"/>
            <a:ext cx="8104909" cy="4197559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GB" dirty="0">
                <a:latin typeface="Times New Roman"/>
                <a:cs typeface="Times New Roman"/>
              </a:rPr>
              <a:t>IDEA TITLE:</a:t>
            </a:r>
            <a:endParaRPr lang="en-US">
              <a:latin typeface="Aptos" panose="020B0004020202020204"/>
              <a:cs typeface="Times New Roman"/>
            </a:endParaRPr>
          </a:p>
          <a:p>
            <a:pPr>
              <a:lnSpc>
                <a:spcPct val="150000"/>
              </a:lnSpc>
            </a:pPr>
            <a:br>
              <a:rPr lang="en-GB" dirty="0">
                <a:latin typeface="Times New Roman"/>
              </a:rPr>
            </a:br>
            <a:r>
              <a:rPr lang="en-GB" dirty="0">
                <a:latin typeface="Times New Roman"/>
                <a:cs typeface="Times New Roman"/>
              </a:rPr>
              <a:t>THEME:</a:t>
            </a:r>
            <a:endParaRPr lang="en-US" dirty="0"/>
          </a:p>
          <a:p>
            <a:pPr>
              <a:lnSpc>
                <a:spcPct val="150000"/>
              </a:lnSpc>
            </a:pPr>
            <a:endParaRPr lang="en-GB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GB" dirty="0">
                <a:latin typeface="Times New Roman"/>
                <a:cs typeface="Times New Roman"/>
              </a:rPr>
              <a:t>COLLEGE AND DEPT NAME:</a:t>
            </a:r>
          </a:p>
          <a:p>
            <a:pPr>
              <a:lnSpc>
                <a:spcPct val="150000"/>
              </a:lnSpc>
            </a:pPr>
            <a:endParaRPr lang="en-GB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GB" dirty="0">
                <a:latin typeface="Times New Roman"/>
                <a:cs typeface="Times New Roman"/>
              </a:rPr>
              <a:t>PARTICIPANTS NAME:</a:t>
            </a:r>
          </a:p>
          <a:p>
            <a:pPr>
              <a:lnSpc>
                <a:spcPct val="150000"/>
              </a:lnSpc>
            </a:pPr>
            <a:endParaRPr lang="en-GB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endParaRPr lang="en-GB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endParaRPr lang="en-GB" dirty="0">
              <a:latin typeface="Times New Roman"/>
              <a:cs typeface="Times New Roman"/>
            </a:endParaRPr>
          </a:p>
        </p:txBody>
      </p:sp>
      <p:pic>
        <p:nvPicPr>
          <p:cNvPr id="3" name="Picture 2" descr="A logo with people in the shape of a light bulb&#10;&#10;AI-generated content may be incorrect.">
            <a:extLst>
              <a:ext uri="{FF2B5EF4-FFF2-40B4-BE49-F238E27FC236}">
                <a16:creationId xmlns:a16="http://schemas.microsoft.com/office/drawing/2014/main" id="{583C01DC-9EDF-0DB9-29A9-6FFDED00AC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5419" y="-1387"/>
            <a:ext cx="1370193" cy="92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BA26E7B1-0E9B-6649-9BC1-474FBEFE6E38}"/>
              </a:ext>
            </a:extLst>
          </p:cNvPr>
          <p:cNvGrpSpPr/>
          <p:nvPr/>
        </p:nvGrpSpPr>
        <p:grpSpPr>
          <a:xfrm>
            <a:off x="46671" y="-4389"/>
            <a:ext cx="11843084" cy="594814"/>
            <a:chOff x="46671" y="-4389"/>
            <a:chExt cx="11843084" cy="594814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5B30DC81-6C3B-1A6A-1B3C-FDA1D406CC44}"/>
                </a:ext>
              </a:extLst>
            </p:cNvPr>
            <p:cNvGrpSpPr/>
            <p:nvPr/>
          </p:nvGrpSpPr>
          <p:grpSpPr>
            <a:xfrm>
              <a:off x="46671" y="-4389"/>
              <a:ext cx="11843084" cy="594814"/>
              <a:chOff x="161630" y="61875"/>
              <a:chExt cx="12091845" cy="712683"/>
            </a:xfrm>
          </p:grpSpPr>
          <p:pic>
            <p:nvPicPr>
              <p:cNvPr id="5" name="Picture 4" descr="A logo with blue and green colors&#10;&#10;AI-generated content may be incorrect.">
                <a:extLst>
                  <a:ext uri="{FF2B5EF4-FFF2-40B4-BE49-F238E27FC236}">
                    <a16:creationId xmlns:a16="http://schemas.microsoft.com/office/drawing/2014/main" id="{B127FC19-A6B3-CBFE-B01E-B4F6A4BAD5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1630" y="105009"/>
                <a:ext cx="862360" cy="669549"/>
              </a:xfrm>
              <a:prstGeom prst="rect">
                <a:avLst/>
              </a:prstGeom>
            </p:spPr>
          </p:pic>
          <p:pic>
            <p:nvPicPr>
              <p:cNvPr id="6" name="Picture 5" descr="A logo with blue and yellow colors&#10;&#10;AI-generated content may be incorrect.">
                <a:extLst>
                  <a:ext uri="{FF2B5EF4-FFF2-40B4-BE49-F238E27FC236}">
                    <a16:creationId xmlns:a16="http://schemas.microsoft.com/office/drawing/2014/main" id="{8BF70236-AB9E-828B-341B-6259984811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62016" y="61875"/>
                <a:ext cx="1328765" cy="653070"/>
              </a:xfrm>
              <a:prstGeom prst="rect">
                <a:avLst/>
              </a:prstGeom>
            </p:spPr>
          </p:pic>
          <p:pic>
            <p:nvPicPr>
              <p:cNvPr id="7" name="Picture 6" descr="A blue and red logo&#10;&#10;AI-generated content may be incorrect.">
                <a:extLst>
                  <a:ext uri="{FF2B5EF4-FFF2-40B4-BE49-F238E27FC236}">
                    <a16:creationId xmlns:a16="http://schemas.microsoft.com/office/drawing/2014/main" id="{D8220C2C-F43D-684A-347C-45F22F9281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682257" y="77944"/>
                <a:ext cx="1571218" cy="607010"/>
              </a:xfrm>
              <a:prstGeom prst="rect">
                <a:avLst/>
              </a:prstGeom>
            </p:spPr>
          </p:pic>
          <p:pic>
            <p:nvPicPr>
              <p:cNvPr id="8" name="Picture 7" descr="A black and white logo&#10;&#10;AI-generated content may be incorrect.">
                <a:extLst>
                  <a:ext uri="{FF2B5EF4-FFF2-40B4-BE49-F238E27FC236}">
                    <a16:creationId xmlns:a16="http://schemas.microsoft.com/office/drawing/2014/main" id="{75CC0C1A-9AFC-E3BA-F807-40F5F55D4F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435008" y="64190"/>
                <a:ext cx="649585" cy="703264"/>
              </a:xfrm>
              <a:prstGeom prst="rect">
                <a:avLst/>
              </a:prstGeom>
            </p:spPr>
          </p:pic>
        </p:grpSp>
        <p:pic>
          <p:nvPicPr>
            <p:cNvPr id="3" name="Picture 2" descr="A logo with people in the shape of a light bulb&#10;&#10;AI-generated content may be incorrect.">
              <a:extLst>
                <a:ext uri="{FF2B5EF4-FFF2-40B4-BE49-F238E27FC236}">
                  <a16:creationId xmlns:a16="http://schemas.microsoft.com/office/drawing/2014/main" id="{00FA7F1A-DB4B-4E6B-2771-E2DD6107FAE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105888" y="-1387"/>
              <a:ext cx="858225" cy="590775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A464E2A-E04E-DE3C-31EC-89AC7F5FD28A}"/>
              </a:ext>
            </a:extLst>
          </p:cNvPr>
          <p:cNvGrpSpPr/>
          <p:nvPr/>
        </p:nvGrpSpPr>
        <p:grpSpPr>
          <a:xfrm>
            <a:off x="6000" y="6348762"/>
            <a:ext cx="12191999" cy="503238"/>
            <a:chOff x="6000" y="6348762"/>
            <a:chExt cx="12191999" cy="50323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CA6C6E9-AF7E-9A1F-CDA8-0CF4517FEB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0" y="6348762"/>
              <a:ext cx="12191999" cy="503238"/>
            </a:xfrm>
            <a:prstGeom prst="rect">
              <a:avLst/>
            </a:prstGeom>
            <a:solidFill>
              <a:srgbClr val="0070C0"/>
            </a:solidFill>
            <a:ln w="9525">
              <a:noFill/>
              <a:miter lim="800000"/>
              <a:headEnd/>
              <a:tailEnd/>
            </a:ln>
            <a:effectLst>
              <a:outerShdw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>
              <a:defPPr>
                <a:defRPr lang="en-US"/>
              </a:defPPr>
              <a:lvl1pPr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1pPr>
              <a:lvl2pPr marL="4572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2pPr>
              <a:lvl3pPr marL="9144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3pPr>
              <a:lvl4pPr marL="13716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4pPr>
              <a:lvl5pPr marL="18288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10" name="Footer Placeholder 6">
              <a:extLst>
                <a:ext uri="{FF2B5EF4-FFF2-40B4-BE49-F238E27FC236}">
                  <a16:creationId xmlns:a16="http://schemas.microsoft.com/office/drawing/2014/main" id="{6F5A9515-B26E-3557-267F-25AAE98AC61B}"/>
                </a:ext>
              </a:extLst>
            </p:cNvPr>
            <p:cNvSpPr txBox="1">
              <a:spLocks/>
            </p:cNvSpPr>
            <p:nvPr/>
          </p:nvSpPr>
          <p:spPr>
            <a:xfrm>
              <a:off x="4648200" y="6392353"/>
              <a:ext cx="32040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algn="ctr" defTabSz="457200" rtl="0" fontAlgn="auto">
                <a:spcBef>
                  <a:spcPts val="0"/>
                </a:spcBef>
                <a:spcAft>
                  <a:spcPts val="0"/>
                </a:spcAft>
                <a:defRPr sz="1200" kern="1200">
                  <a:solidFill>
                    <a:schemeClr val="tx1">
                      <a:tint val="75000"/>
                    </a:schemeClr>
                  </a:solidFill>
                  <a:latin typeface="TradeGothic"/>
                  <a:ea typeface="+mn-ea"/>
                  <a:cs typeface="+mn-cs"/>
                </a:defRPr>
              </a:lvl1pPr>
              <a:lvl2pPr marL="4572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2pPr>
              <a:lvl3pPr marL="9144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3pPr>
              <a:lvl4pPr marL="13716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4pPr>
              <a:lvl5pPr marL="18288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9pPr>
            </a:lstStyle>
            <a:p>
              <a:pPr>
                <a:defRPr/>
              </a:pPr>
              <a:r>
                <a:rPr lang="en-US" dirty="0">
                  <a:solidFill>
                    <a:schemeClr val="bg1"/>
                  </a:solidFill>
                </a:rPr>
                <a:t>Pitch For Tomorrow- Team Name</a:t>
              </a:r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ED509D78-16CD-5856-5B13-DB7E63E55810}"/>
              </a:ext>
            </a:extLst>
          </p:cNvPr>
          <p:cNvSpPr>
            <a:spLocks noGrp="1"/>
          </p:cNvSpPr>
          <p:nvPr/>
        </p:nvSpPr>
        <p:spPr bwMode="auto">
          <a:xfrm>
            <a:off x="608104" y="293443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3600" b="1" dirty="0">
                <a:latin typeface="Times New Roman"/>
                <a:ea typeface="ＭＳ Ｐゴシック"/>
                <a:cs typeface="Times New Roman"/>
              </a:rPr>
              <a:t>PROBLEM STATEMENT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26114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A7953-3692-7B90-9581-B7C3E1788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2F92228E-BC51-06A0-FE95-1BE7DB7FBAE8}"/>
              </a:ext>
            </a:extLst>
          </p:cNvPr>
          <p:cNvGrpSpPr/>
          <p:nvPr/>
        </p:nvGrpSpPr>
        <p:grpSpPr>
          <a:xfrm>
            <a:off x="6000" y="6348762"/>
            <a:ext cx="12191999" cy="503238"/>
            <a:chOff x="6000" y="6348762"/>
            <a:chExt cx="12191999" cy="50323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F0B8A01-74FF-ADF3-0315-5B90D41080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0" y="6348762"/>
              <a:ext cx="12191999" cy="503238"/>
            </a:xfrm>
            <a:prstGeom prst="rect">
              <a:avLst/>
            </a:prstGeom>
            <a:solidFill>
              <a:srgbClr val="0070C0"/>
            </a:solidFill>
            <a:ln w="9525">
              <a:noFill/>
              <a:miter lim="800000"/>
              <a:headEnd/>
              <a:tailEnd/>
            </a:ln>
            <a:effectLst>
              <a:outerShdw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>
              <a:defPPr>
                <a:defRPr lang="en-US"/>
              </a:defPPr>
              <a:lvl1pPr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1pPr>
              <a:lvl2pPr marL="4572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2pPr>
              <a:lvl3pPr marL="9144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3pPr>
              <a:lvl4pPr marL="13716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4pPr>
              <a:lvl5pPr marL="18288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10" name="Footer Placeholder 6">
              <a:extLst>
                <a:ext uri="{FF2B5EF4-FFF2-40B4-BE49-F238E27FC236}">
                  <a16:creationId xmlns:a16="http://schemas.microsoft.com/office/drawing/2014/main" id="{C8B43C5A-DA07-C7CE-159B-6BA386C89EC2}"/>
                </a:ext>
              </a:extLst>
            </p:cNvPr>
            <p:cNvSpPr txBox="1">
              <a:spLocks/>
            </p:cNvSpPr>
            <p:nvPr/>
          </p:nvSpPr>
          <p:spPr>
            <a:xfrm>
              <a:off x="4648200" y="6392353"/>
              <a:ext cx="32040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algn="ctr" defTabSz="457200" rtl="0" fontAlgn="auto">
                <a:spcBef>
                  <a:spcPts val="0"/>
                </a:spcBef>
                <a:spcAft>
                  <a:spcPts val="0"/>
                </a:spcAft>
                <a:defRPr sz="1200" kern="1200">
                  <a:solidFill>
                    <a:schemeClr val="tx1">
                      <a:tint val="75000"/>
                    </a:schemeClr>
                  </a:solidFill>
                  <a:latin typeface="TradeGothic"/>
                  <a:ea typeface="+mn-ea"/>
                  <a:cs typeface="+mn-cs"/>
                </a:defRPr>
              </a:lvl1pPr>
              <a:lvl2pPr marL="4572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2pPr>
              <a:lvl3pPr marL="9144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3pPr>
              <a:lvl4pPr marL="13716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4pPr>
              <a:lvl5pPr marL="18288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9pPr>
            </a:lstStyle>
            <a:p>
              <a:pPr>
                <a:defRPr/>
              </a:pPr>
              <a:r>
                <a:rPr lang="en-US" dirty="0">
                  <a:solidFill>
                    <a:schemeClr val="bg1"/>
                  </a:solidFill>
                </a:rPr>
                <a:t>Pitch For Tomorrow- Team Name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09ED964-24E2-BF06-EDE6-9B28E6EA34A9}"/>
              </a:ext>
            </a:extLst>
          </p:cNvPr>
          <p:cNvGrpSpPr/>
          <p:nvPr/>
        </p:nvGrpSpPr>
        <p:grpSpPr>
          <a:xfrm>
            <a:off x="46671" y="-4389"/>
            <a:ext cx="11843085" cy="594814"/>
            <a:chOff x="46671" y="-4389"/>
            <a:chExt cx="11843085" cy="59481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66EABF7E-C702-EA46-779C-45F15A6B5C12}"/>
                </a:ext>
              </a:extLst>
            </p:cNvPr>
            <p:cNvGrpSpPr/>
            <p:nvPr/>
          </p:nvGrpSpPr>
          <p:grpSpPr>
            <a:xfrm>
              <a:off x="46671" y="-4389"/>
              <a:ext cx="11843085" cy="594814"/>
              <a:chOff x="161630" y="61875"/>
              <a:chExt cx="12091845" cy="712683"/>
            </a:xfrm>
          </p:grpSpPr>
          <p:pic>
            <p:nvPicPr>
              <p:cNvPr id="21" name="Picture 20" descr="A logo with blue and green colors&#10;&#10;AI-generated content may be incorrect.">
                <a:extLst>
                  <a:ext uri="{FF2B5EF4-FFF2-40B4-BE49-F238E27FC236}">
                    <a16:creationId xmlns:a16="http://schemas.microsoft.com/office/drawing/2014/main" id="{ED4E052F-E10C-DEB2-C607-04CDC47EF5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1630" y="105009"/>
                <a:ext cx="862360" cy="669549"/>
              </a:xfrm>
              <a:prstGeom prst="rect">
                <a:avLst/>
              </a:prstGeom>
            </p:spPr>
          </p:pic>
          <p:pic>
            <p:nvPicPr>
              <p:cNvPr id="22" name="Picture 21" descr="A logo with blue and yellow colors&#10;&#10;AI-generated content may be incorrect.">
                <a:extLst>
                  <a:ext uri="{FF2B5EF4-FFF2-40B4-BE49-F238E27FC236}">
                    <a16:creationId xmlns:a16="http://schemas.microsoft.com/office/drawing/2014/main" id="{D015D0AF-82F3-39B4-A0C3-AE88CDD2DF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62016" y="61875"/>
                <a:ext cx="1328765" cy="653070"/>
              </a:xfrm>
              <a:prstGeom prst="rect">
                <a:avLst/>
              </a:prstGeom>
            </p:spPr>
          </p:pic>
          <p:pic>
            <p:nvPicPr>
              <p:cNvPr id="23" name="Picture 22" descr="A blue and red logo&#10;&#10;AI-generated content may be incorrect.">
                <a:extLst>
                  <a:ext uri="{FF2B5EF4-FFF2-40B4-BE49-F238E27FC236}">
                    <a16:creationId xmlns:a16="http://schemas.microsoft.com/office/drawing/2014/main" id="{98BC8C20-EC0B-0881-82F4-76D6DA030D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682257" y="77944"/>
                <a:ext cx="1571218" cy="607010"/>
              </a:xfrm>
              <a:prstGeom prst="rect">
                <a:avLst/>
              </a:prstGeom>
            </p:spPr>
          </p:pic>
          <p:pic>
            <p:nvPicPr>
              <p:cNvPr id="24" name="Picture 23" descr="A black and white logo&#10;&#10;AI-generated content may be incorrect.">
                <a:extLst>
                  <a:ext uri="{FF2B5EF4-FFF2-40B4-BE49-F238E27FC236}">
                    <a16:creationId xmlns:a16="http://schemas.microsoft.com/office/drawing/2014/main" id="{CF239349-770A-66F2-68C6-C2FD71CF04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435008" y="64190"/>
                <a:ext cx="649585" cy="703264"/>
              </a:xfrm>
              <a:prstGeom prst="rect">
                <a:avLst/>
              </a:prstGeom>
            </p:spPr>
          </p:pic>
        </p:grpSp>
        <p:pic>
          <p:nvPicPr>
            <p:cNvPr id="20" name="Picture 19" descr="A logo with people in the shape of a light bulb&#10;&#10;AI-generated content may be incorrect.">
              <a:extLst>
                <a:ext uri="{FF2B5EF4-FFF2-40B4-BE49-F238E27FC236}">
                  <a16:creationId xmlns:a16="http://schemas.microsoft.com/office/drawing/2014/main" id="{E63AFBE4-9B12-5A74-FEE6-3C47BB9E698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105888" y="-1387"/>
              <a:ext cx="858225" cy="590775"/>
            </a:xfrm>
            <a:prstGeom prst="rect">
              <a:avLst/>
            </a:prstGeom>
          </p:spPr>
        </p:pic>
      </p:grpSp>
      <p:sp>
        <p:nvSpPr>
          <p:cNvPr id="29" name="Title 1">
            <a:extLst>
              <a:ext uri="{FF2B5EF4-FFF2-40B4-BE49-F238E27FC236}">
                <a16:creationId xmlns:a16="http://schemas.microsoft.com/office/drawing/2014/main" id="{B60DB7B6-4155-0471-4DF4-B4624E955047}"/>
              </a:ext>
            </a:extLst>
          </p:cNvPr>
          <p:cNvSpPr>
            <a:spLocks noGrp="1"/>
          </p:cNvSpPr>
          <p:nvPr/>
        </p:nvSpPr>
        <p:spPr bwMode="auto">
          <a:xfrm>
            <a:off x="482104" y="383443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3600" b="1" dirty="0">
                <a:latin typeface="Times New Roman"/>
                <a:ea typeface="ＭＳ Ｐゴシック"/>
                <a:cs typeface="Times New Roman"/>
              </a:rPr>
              <a:t>SOLUTION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2353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20979-E11F-EE3E-F622-13EC84D35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6A69F28F-18D4-ABA0-1740-60894BADDFBA}"/>
              </a:ext>
            </a:extLst>
          </p:cNvPr>
          <p:cNvGrpSpPr/>
          <p:nvPr/>
        </p:nvGrpSpPr>
        <p:grpSpPr>
          <a:xfrm>
            <a:off x="6000" y="6348762"/>
            <a:ext cx="12191999" cy="503238"/>
            <a:chOff x="6000" y="6348762"/>
            <a:chExt cx="12191999" cy="50323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9FD6B17-F5C5-B7C5-D222-CEDC34B2CB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0" y="6348762"/>
              <a:ext cx="12191999" cy="503238"/>
            </a:xfrm>
            <a:prstGeom prst="rect">
              <a:avLst/>
            </a:prstGeom>
            <a:solidFill>
              <a:srgbClr val="0070C0"/>
            </a:solidFill>
            <a:ln w="9525">
              <a:noFill/>
              <a:miter lim="800000"/>
              <a:headEnd/>
              <a:tailEnd/>
            </a:ln>
            <a:effectLst>
              <a:outerShdw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>
              <a:defPPr>
                <a:defRPr lang="en-US"/>
              </a:defPPr>
              <a:lvl1pPr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1pPr>
              <a:lvl2pPr marL="4572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2pPr>
              <a:lvl3pPr marL="9144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3pPr>
              <a:lvl4pPr marL="13716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4pPr>
              <a:lvl5pPr marL="18288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10" name="Footer Placeholder 6">
              <a:extLst>
                <a:ext uri="{FF2B5EF4-FFF2-40B4-BE49-F238E27FC236}">
                  <a16:creationId xmlns:a16="http://schemas.microsoft.com/office/drawing/2014/main" id="{A1179B30-4CEE-A6A8-174A-89E3F505D1F0}"/>
                </a:ext>
              </a:extLst>
            </p:cNvPr>
            <p:cNvSpPr txBox="1">
              <a:spLocks/>
            </p:cNvSpPr>
            <p:nvPr/>
          </p:nvSpPr>
          <p:spPr>
            <a:xfrm>
              <a:off x="4648200" y="6392353"/>
              <a:ext cx="32040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algn="ctr" defTabSz="457200" rtl="0" fontAlgn="auto">
                <a:spcBef>
                  <a:spcPts val="0"/>
                </a:spcBef>
                <a:spcAft>
                  <a:spcPts val="0"/>
                </a:spcAft>
                <a:defRPr sz="1200" kern="1200">
                  <a:solidFill>
                    <a:schemeClr val="tx1">
                      <a:tint val="75000"/>
                    </a:schemeClr>
                  </a:solidFill>
                  <a:latin typeface="TradeGothic"/>
                  <a:ea typeface="+mn-ea"/>
                  <a:cs typeface="+mn-cs"/>
                </a:defRPr>
              </a:lvl1pPr>
              <a:lvl2pPr marL="4572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2pPr>
              <a:lvl3pPr marL="9144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3pPr>
              <a:lvl4pPr marL="13716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4pPr>
              <a:lvl5pPr marL="18288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9pPr>
            </a:lstStyle>
            <a:p>
              <a:pPr>
                <a:defRPr/>
              </a:pPr>
              <a:r>
                <a:rPr lang="en-US" dirty="0">
                  <a:solidFill>
                    <a:schemeClr val="bg1"/>
                  </a:solidFill>
                </a:rPr>
                <a:t>Pitch For Tomorrow- Team Name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0449363-D8A1-6EEA-663A-D9E78F375E54}"/>
              </a:ext>
            </a:extLst>
          </p:cNvPr>
          <p:cNvGrpSpPr/>
          <p:nvPr/>
        </p:nvGrpSpPr>
        <p:grpSpPr>
          <a:xfrm>
            <a:off x="46671" y="-4389"/>
            <a:ext cx="11843085" cy="594814"/>
            <a:chOff x="46671" y="-4389"/>
            <a:chExt cx="11843085" cy="59481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7A5B0E5B-C8F7-BB40-F2CD-E118B1D9FAFD}"/>
                </a:ext>
              </a:extLst>
            </p:cNvPr>
            <p:cNvGrpSpPr/>
            <p:nvPr/>
          </p:nvGrpSpPr>
          <p:grpSpPr>
            <a:xfrm>
              <a:off x="46671" y="-4389"/>
              <a:ext cx="11843085" cy="594814"/>
              <a:chOff x="161630" y="61875"/>
              <a:chExt cx="12091845" cy="712683"/>
            </a:xfrm>
          </p:grpSpPr>
          <p:pic>
            <p:nvPicPr>
              <p:cNvPr id="21" name="Picture 20" descr="A logo with blue and green colors&#10;&#10;AI-generated content may be incorrect.">
                <a:extLst>
                  <a:ext uri="{FF2B5EF4-FFF2-40B4-BE49-F238E27FC236}">
                    <a16:creationId xmlns:a16="http://schemas.microsoft.com/office/drawing/2014/main" id="{9DA47EAF-465B-FBFA-FA24-DF18736297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1630" y="105009"/>
                <a:ext cx="862360" cy="669549"/>
              </a:xfrm>
              <a:prstGeom prst="rect">
                <a:avLst/>
              </a:prstGeom>
            </p:spPr>
          </p:pic>
          <p:pic>
            <p:nvPicPr>
              <p:cNvPr id="22" name="Picture 21" descr="A logo with blue and yellow colors&#10;&#10;AI-generated content may be incorrect.">
                <a:extLst>
                  <a:ext uri="{FF2B5EF4-FFF2-40B4-BE49-F238E27FC236}">
                    <a16:creationId xmlns:a16="http://schemas.microsoft.com/office/drawing/2014/main" id="{241039A9-0C1D-E5BA-3CA1-1C5689580B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62016" y="61875"/>
                <a:ext cx="1328765" cy="653070"/>
              </a:xfrm>
              <a:prstGeom prst="rect">
                <a:avLst/>
              </a:prstGeom>
            </p:spPr>
          </p:pic>
          <p:pic>
            <p:nvPicPr>
              <p:cNvPr id="23" name="Picture 22" descr="A blue and red logo&#10;&#10;AI-generated content may be incorrect.">
                <a:extLst>
                  <a:ext uri="{FF2B5EF4-FFF2-40B4-BE49-F238E27FC236}">
                    <a16:creationId xmlns:a16="http://schemas.microsoft.com/office/drawing/2014/main" id="{7F04BA61-6F0B-8AAF-0C8A-16EDD507FD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682257" y="77944"/>
                <a:ext cx="1571218" cy="607010"/>
              </a:xfrm>
              <a:prstGeom prst="rect">
                <a:avLst/>
              </a:prstGeom>
            </p:spPr>
          </p:pic>
          <p:pic>
            <p:nvPicPr>
              <p:cNvPr id="24" name="Picture 23" descr="A black and white logo&#10;&#10;AI-generated content may be incorrect.">
                <a:extLst>
                  <a:ext uri="{FF2B5EF4-FFF2-40B4-BE49-F238E27FC236}">
                    <a16:creationId xmlns:a16="http://schemas.microsoft.com/office/drawing/2014/main" id="{FF87209A-99B4-5CB1-E80D-592984EB5E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435008" y="64190"/>
                <a:ext cx="649585" cy="703264"/>
              </a:xfrm>
              <a:prstGeom prst="rect">
                <a:avLst/>
              </a:prstGeom>
            </p:spPr>
          </p:pic>
        </p:grpSp>
        <p:pic>
          <p:nvPicPr>
            <p:cNvPr id="20" name="Picture 19" descr="A logo with people in the shape of a light bulb&#10;&#10;AI-generated content may be incorrect.">
              <a:extLst>
                <a:ext uri="{FF2B5EF4-FFF2-40B4-BE49-F238E27FC236}">
                  <a16:creationId xmlns:a16="http://schemas.microsoft.com/office/drawing/2014/main" id="{33F300BA-DD15-0749-B2EE-0BA3ADDFC10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105888" y="-1387"/>
              <a:ext cx="858225" cy="590775"/>
            </a:xfrm>
            <a:prstGeom prst="rect">
              <a:avLst/>
            </a:prstGeom>
          </p:spPr>
        </p:pic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2219AA8B-F297-2F1A-1E66-877F9FFE4358}"/>
              </a:ext>
            </a:extLst>
          </p:cNvPr>
          <p:cNvSpPr>
            <a:spLocks noGrp="1"/>
          </p:cNvSpPr>
          <p:nvPr/>
        </p:nvSpPr>
        <p:spPr bwMode="auto">
          <a:xfrm>
            <a:off x="608104" y="293443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</p:spTree>
    <p:extLst>
      <p:ext uri="{BB962C8B-B14F-4D97-AF65-F5344CB8AC3E}">
        <p14:creationId xmlns:p14="http://schemas.microsoft.com/office/powerpoint/2010/main" val="2081029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1870F-A681-ED8B-8C4B-073CD0FA7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7AAFE7AE-DFAC-5C49-5D6A-6278DABF049A}"/>
              </a:ext>
            </a:extLst>
          </p:cNvPr>
          <p:cNvGrpSpPr/>
          <p:nvPr/>
        </p:nvGrpSpPr>
        <p:grpSpPr>
          <a:xfrm>
            <a:off x="6000" y="6348762"/>
            <a:ext cx="12191999" cy="503238"/>
            <a:chOff x="6000" y="6348762"/>
            <a:chExt cx="12191999" cy="50323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BD78A1D-192D-F234-94BF-54E2E76AC7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0" y="6348762"/>
              <a:ext cx="12191999" cy="503238"/>
            </a:xfrm>
            <a:prstGeom prst="rect">
              <a:avLst/>
            </a:prstGeom>
            <a:solidFill>
              <a:srgbClr val="0070C0"/>
            </a:solidFill>
            <a:ln w="9525">
              <a:noFill/>
              <a:miter lim="800000"/>
              <a:headEnd/>
              <a:tailEnd/>
            </a:ln>
            <a:effectLst>
              <a:outerShdw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>
              <a:defPPr>
                <a:defRPr lang="en-US"/>
              </a:defPPr>
              <a:lvl1pPr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1pPr>
              <a:lvl2pPr marL="4572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2pPr>
              <a:lvl3pPr marL="9144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3pPr>
              <a:lvl4pPr marL="13716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4pPr>
              <a:lvl5pPr marL="18288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10" name="Footer Placeholder 6">
              <a:extLst>
                <a:ext uri="{FF2B5EF4-FFF2-40B4-BE49-F238E27FC236}">
                  <a16:creationId xmlns:a16="http://schemas.microsoft.com/office/drawing/2014/main" id="{E942DF5E-13B3-C071-81C4-8B1A6399A55C}"/>
                </a:ext>
              </a:extLst>
            </p:cNvPr>
            <p:cNvSpPr txBox="1">
              <a:spLocks/>
            </p:cNvSpPr>
            <p:nvPr/>
          </p:nvSpPr>
          <p:spPr>
            <a:xfrm>
              <a:off x="4648200" y="6392353"/>
              <a:ext cx="32040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algn="ctr" defTabSz="457200" rtl="0" fontAlgn="auto">
                <a:spcBef>
                  <a:spcPts val="0"/>
                </a:spcBef>
                <a:spcAft>
                  <a:spcPts val="0"/>
                </a:spcAft>
                <a:defRPr sz="1200" kern="1200">
                  <a:solidFill>
                    <a:schemeClr val="tx1">
                      <a:tint val="75000"/>
                    </a:schemeClr>
                  </a:solidFill>
                  <a:latin typeface="TradeGothic"/>
                  <a:ea typeface="+mn-ea"/>
                  <a:cs typeface="+mn-cs"/>
                </a:defRPr>
              </a:lvl1pPr>
              <a:lvl2pPr marL="4572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2pPr>
              <a:lvl3pPr marL="9144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3pPr>
              <a:lvl4pPr marL="13716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4pPr>
              <a:lvl5pPr marL="18288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9pPr>
            </a:lstStyle>
            <a:p>
              <a:pPr>
                <a:defRPr/>
              </a:pPr>
              <a:r>
                <a:rPr lang="en-US" dirty="0">
                  <a:solidFill>
                    <a:schemeClr val="bg1"/>
                  </a:solidFill>
                </a:rPr>
                <a:t>Pitch For Tomorrow- Team Name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FF479EC-0B4B-B107-7C92-EFA7ECA2C05E}"/>
              </a:ext>
            </a:extLst>
          </p:cNvPr>
          <p:cNvGrpSpPr/>
          <p:nvPr/>
        </p:nvGrpSpPr>
        <p:grpSpPr>
          <a:xfrm>
            <a:off x="46671" y="-4389"/>
            <a:ext cx="11843085" cy="594814"/>
            <a:chOff x="46671" y="-4389"/>
            <a:chExt cx="11843085" cy="59481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8758DE47-5E3D-44BC-D9F1-1327938C8E92}"/>
                </a:ext>
              </a:extLst>
            </p:cNvPr>
            <p:cNvGrpSpPr/>
            <p:nvPr/>
          </p:nvGrpSpPr>
          <p:grpSpPr>
            <a:xfrm>
              <a:off x="46671" y="-4389"/>
              <a:ext cx="11843085" cy="594814"/>
              <a:chOff x="161630" y="61875"/>
              <a:chExt cx="12091845" cy="712683"/>
            </a:xfrm>
          </p:grpSpPr>
          <p:pic>
            <p:nvPicPr>
              <p:cNvPr id="21" name="Picture 20" descr="A logo with blue and green colors&#10;&#10;AI-generated content may be incorrect.">
                <a:extLst>
                  <a:ext uri="{FF2B5EF4-FFF2-40B4-BE49-F238E27FC236}">
                    <a16:creationId xmlns:a16="http://schemas.microsoft.com/office/drawing/2014/main" id="{CC6F12B2-07BB-C289-1B7C-9649A2B583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1630" y="105009"/>
                <a:ext cx="862360" cy="669549"/>
              </a:xfrm>
              <a:prstGeom prst="rect">
                <a:avLst/>
              </a:prstGeom>
            </p:spPr>
          </p:pic>
          <p:pic>
            <p:nvPicPr>
              <p:cNvPr id="22" name="Picture 21" descr="A logo with blue and yellow colors&#10;&#10;AI-generated content may be incorrect.">
                <a:extLst>
                  <a:ext uri="{FF2B5EF4-FFF2-40B4-BE49-F238E27FC236}">
                    <a16:creationId xmlns:a16="http://schemas.microsoft.com/office/drawing/2014/main" id="{AA99E1AC-7CFF-07D8-A293-77DEB75FBF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62016" y="61875"/>
                <a:ext cx="1328765" cy="653070"/>
              </a:xfrm>
              <a:prstGeom prst="rect">
                <a:avLst/>
              </a:prstGeom>
            </p:spPr>
          </p:pic>
          <p:pic>
            <p:nvPicPr>
              <p:cNvPr id="23" name="Picture 22" descr="A blue and red logo&#10;&#10;AI-generated content may be incorrect.">
                <a:extLst>
                  <a:ext uri="{FF2B5EF4-FFF2-40B4-BE49-F238E27FC236}">
                    <a16:creationId xmlns:a16="http://schemas.microsoft.com/office/drawing/2014/main" id="{C2AD0E9D-F2AE-D542-CFDD-78ECE2A4EC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682257" y="77944"/>
                <a:ext cx="1571218" cy="607010"/>
              </a:xfrm>
              <a:prstGeom prst="rect">
                <a:avLst/>
              </a:prstGeom>
            </p:spPr>
          </p:pic>
          <p:pic>
            <p:nvPicPr>
              <p:cNvPr id="24" name="Picture 23" descr="A black and white logo&#10;&#10;AI-generated content may be incorrect.">
                <a:extLst>
                  <a:ext uri="{FF2B5EF4-FFF2-40B4-BE49-F238E27FC236}">
                    <a16:creationId xmlns:a16="http://schemas.microsoft.com/office/drawing/2014/main" id="{D5C78154-CFA4-9563-FC60-D7B2E9E4FE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435008" y="64190"/>
                <a:ext cx="649585" cy="703264"/>
              </a:xfrm>
              <a:prstGeom prst="rect">
                <a:avLst/>
              </a:prstGeom>
            </p:spPr>
          </p:pic>
        </p:grpSp>
        <p:pic>
          <p:nvPicPr>
            <p:cNvPr id="20" name="Picture 19" descr="A logo with people in the shape of a light bulb&#10;&#10;AI-generated content may be incorrect.">
              <a:extLst>
                <a:ext uri="{FF2B5EF4-FFF2-40B4-BE49-F238E27FC236}">
                  <a16:creationId xmlns:a16="http://schemas.microsoft.com/office/drawing/2014/main" id="{299B58B5-DCA2-92B4-A416-EDB520DAD7D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105888" y="-1387"/>
              <a:ext cx="858225" cy="590775"/>
            </a:xfrm>
            <a:prstGeom prst="rect">
              <a:avLst/>
            </a:prstGeom>
          </p:spPr>
        </p:pic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7562CC6A-EA22-E8EF-C6C0-91E17B1E4B1F}"/>
              </a:ext>
            </a:extLst>
          </p:cNvPr>
          <p:cNvSpPr>
            <a:spLocks noGrp="1"/>
          </p:cNvSpPr>
          <p:nvPr/>
        </p:nvSpPr>
        <p:spPr bwMode="auto">
          <a:xfrm>
            <a:off x="608104" y="293443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3600" b="1" dirty="0">
                <a:latin typeface="Times New Roman"/>
                <a:ea typeface="ＭＳ Ｐゴシック"/>
                <a:cs typeface="Times New Roman"/>
              </a:rPr>
              <a:t>IMPACT &amp; BENEFITS</a:t>
            </a:r>
            <a:endParaRPr lang="en-US" sz="3600" b="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585136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CC016-42CA-C14B-2D67-93A14367A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2B79637C-12BF-6B68-11BF-18B3572707AE}"/>
              </a:ext>
            </a:extLst>
          </p:cNvPr>
          <p:cNvGrpSpPr/>
          <p:nvPr/>
        </p:nvGrpSpPr>
        <p:grpSpPr>
          <a:xfrm>
            <a:off x="6000" y="6348762"/>
            <a:ext cx="12191999" cy="503238"/>
            <a:chOff x="6000" y="6348762"/>
            <a:chExt cx="12191999" cy="50323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21D31F4-EF73-A89B-1484-1A8F3C2827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0" y="6348762"/>
              <a:ext cx="12191999" cy="503238"/>
            </a:xfrm>
            <a:prstGeom prst="rect">
              <a:avLst/>
            </a:prstGeom>
            <a:solidFill>
              <a:srgbClr val="0070C0"/>
            </a:solidFill>
            <a:ln w="9525">
              <a:noFill/>
              <a:miter lim="800000"/>
              <a:headEnd/>
              <a:tailEnd/>
            </a:ln>
            <a:effectLst>
              <a:outerShdw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>
              <a:defPPr>
                <a:defRPr lang="en-US"/>
              </a:defPPr>
              <a:lvl1pPr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1pPr>
              <a:lvl2pPr marL="4572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2pPr>
              <a:lvl3pPr marL="9144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3pPr>
              <a:lvl4pPr marL="13716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4pPr>
              <a:lvl5pPr marL="18288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10" name="Footer Placeholder 6">
              <a:extLst>
                <a:ext uri="{FF2B5EF4-FFF2-40B4-BE49-F238E27FC236}">
                  <a16:creationId xmlns:a16="http://schemas.microsoft.com/office/drawing/2014/main" id="{1B35B181-7EC1-55BA-44C5-6B3046143152}"/>
                </a:ext>
              </a:extLst>
            </p:cNvPr>
            <p:cNvSpPr txBox="1">
              <a:spLocks/>
            </p:cNvSpPr>
            <p:nvPr/>
          </p:nvSpPr>
          <p:spPr>
            <a:xfrm>
              <a:off x="4648200" y="6392353"/>
              <a:ext cx="32040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algn="ctr" defTabSz="457200" rtl="0" fontAlgn="auto">
                <a:spcBef>
                  <a:spcPts val="0"/>
                </a:spcBef>
                <a:spcAft>
                  <a:spcPts val="0"/>
                </a:spcAft>
                <a:defRPr sz="1200" kern="1200">
                  <a:solidFill>
                    <a:schemeClr val="tx1">
                      <a:tint val="75000"/>
                    </a:schemeClr>
                  </a:solidFill>
                  <a:latin typeface="TradeGothic"/>
                  <a:ea typeface="+mn-ea"/>
                  <a:cs typeface="+mn-cs"/>
                </a:defRPr>
              </a:lvl1pPr>
              <a:lvl2pPr marL="4572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2pPr>
              <a:lvl3pPr marL="9144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3pPr>
              <a:lvl4pPr marL="13716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4pPr>
              <a:lvl5pPr marL="18288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9pPr>
            </a:lstStyle>
            <a:p>
              <a:pPr>
                <a:defRPr/>
              </a:pPr>
              <a:r>
                <a:rPr lang="en-US" dirty="0">
                  <a:solidFill>
                    <a:schemeClr val="bg1"/>
                  </a:solidFill>
                </a:rPr>
                <a:t>Pitch For Tomorrow- Team Name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037A0BE-CDD5-700F-10AA-15EA09E4C33E}"/>
              </a:ext>
            </a:extLst>
          </p:cNvPr>
          <p:cNvGrpSpPr/>
          <p:nvPr/>
        </p:nvGrpSpPr>
        <p:grpSpPr>
          <a:xfrm>
            <a:off x="46671" y="-4389"/>
            <a:ext cx="11843085" cy="594814"/>
            <a:chOff x="46671" y="-4389"/>
            <a:chExt cx="11843085" cy="59481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45B72078-B7D5-4626-FC61-9BBA1DD36242}"/>
                </a:ext>
              </a:extLst>
            </p:cNvPr>
            <p:cNvGrpSpPr/>
            <p:nvPr/>
          </p:nvGrpSpPr>
          <p:grpSpPr>
            <a:xfrm>
              <a:off x="46671" y="-4389"/>
              <a:ext cx="11843085" cy="594814"/>
              <a:chOff x="161630" y="61875"/>
              <a:chExt cx="12091845" cy="712683"/>
            </a:xfrm>
          </p:grpSpPr>
          <p:pic>
            <p:nvPicPr>
              <p:cNvPr id="21" name="Picture 20" descr="A logo with blue and green colors&#10;&#10;AI-generated content may be incorrect.">
                <a:extLst>
                  <a:ext uri="{FF2B5EF4-FFF2-40B4-BE49-F238E27FC236}">
                    <a16:creationId xmlns:a16="http://schemas.microsoft.com/office/drawing/2014/main" id="{B0F35C7A-2AD2-7A96-579D-63A61F96D1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1630" y="105009"/>
                <a:ext cx="862360" cy="669549"/>
              </a:xfrm>
              <a:prstGeom prst="rect">
                <a:avLst/>
              </a:prstGeom>
            </p:spPr>
          </p:pic>
          <p:pic>
            <p:nvPicPr>
              <p:cNvPr id="22" name="Picture 21" descr="A logo with blue and yellow colors&#10;&#10;AI-generated content may be incorrect.">
                <a:extLst>
                  <a:ext uri="{FF2B5EF4-FFF2-40B4-BE49-F238E27FC236}">
                    <a16:creationId xmlns:a16="http://schemas.microsoft.com/office/drawing/2014/main" id="{1CA2ECA9-3652-6B10-AAFD-8BB3026AFE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62016" y="61875"/>
                <a:ext cx="1328765" cy="653070"/>
              </a:xfrm>
              <a:prstGeom prst="rect">
                <a:avLst/>
              </a:prstGeom>
            </p:spPr>
          </p:pic>
          <p:pic>
            <p:nvPicPr>
              <p:cNvPr id="23" name="Picture 22" descr="A blue and red logo&#10;&#10;AI-generated content may be incorrect.">
                <a:extLst>
                  <a:ext uri="{FF2B5EF4-FFF2-40B4-BE49-F238E27FC236}">
                    <a16:creationId xmlns:a16="http://schemas.microsoft.com/office/drawing/2014/main" id="{49BF72D9-1D0E-9313-0E64-BA0B7720A39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682257" y="77944"/>
                <a:ext cx="1571218" cy="607010"/>
              </a:xfrm>
              <a:prstGeom prst="rect">
                <a:avLst/>
              </a:prstGeom>
            </p:spPr>
          </p:pic>
          <p:pic>
            <p:nvPicPr>
              <p:cNvPr id="24" name="Picture 23" descr="A black and white logo&#10;&#10;AI-generated content may be incorrect.">
                <a:extLst>
                  <a:ext uri="{FF2B5EF4-FFF2-40B4-BE49-F238E27FC236}">
                    <a16:creationId xmlns:a16="http://schemas.microsoft.com/office/drawing/2014/main" id="{E69653B4-733E-7A0E-7736-714AE5CE57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435008" y="64190"/>
                <a:ext cx="649585" cy="703264"/>
              </a:xfrm>
              <a:prstGeom prst="rect">
                <a:avLst/>
              </a:prstGeom>
            </p:spPr>
          </p:pic>
        </p:grpSp>
        <p:pic>
          <p:nvPicPr>
            <p:cNvPr id="20" name="Picture 19" descr="A logo with people in the shape of a light bulb&#10;&#10;AI-generated content may be incorrect.">
              <a:extLst>
                <a:ext uri="{FF2B5EF4-FFF2-40B4-BE49-F238E27FC236}">
                  <a16:creationId xmlns:a16="http://schemas.microsoft.com/office/drawing/2014/main" id="{E578AFE2-BC9A-A794-0CD0-C480AE4BBD1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105888" y="-1387"/>
              <a:ext cx="858225" cy="590775"/>
            </a:xfrm>
            <a:prstGeom prst="rect">
              <a:avLst/>
            </a:prstGeom>
          </p:spPr>
        </p:pic>
      </p:grpSp>
      <p:sp>
        <p:nvSpPr>
          <p:cNvPr id="29" name="Title 1">
            <a:extLst>
              <a:ext uri="{FF2B5EF4-FFF2-40B4-BE49-F238E27FC236}">
                <a16:creationId xmlns:a16="http://schemas.microsoft.com/office/drawing/2014/main" id="{4833FA1D-8250-A348-50E6-3308E0F4D07A}"/>
              </a:ext>
            </a:extLst>
          </p:cNvPr>
          <p:cNvSpPr>
            <a:spLocks noGrp="1"/>
          </p:cNvSpPr>
          <p:nvPr/>
        </p:nvSpPr>
        <p:spPr bwMode="auto">
          <a:xfrm>
            <a:off x="608104" y="293443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3600" b="1" dirty="0">
                <a:latin typeface="Times New Roman"/>
                <a:ea typeface="ＭＳ Ｐゴシック"/>
                <a:cs typeface="Times New Roman"/>
              </a:rPr>
              <a:t>GO TO MARKET STRATEGY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6452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B7ABC-76F0-8B54-1A17-7E7CE7193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30D5F6B-14F8-D31A-9B71-C04394DC99A6}"/>
              </a:ext>
            </a:extLst>
          </p:cNvPr>
          <p:cNvGrpSpPr/>
          <p:nvPr/>
        </p:nvGrpSpPr>
        <p:grpSpPr>
          <a:xfrm>
            <a:off x="6000" y="6348762"/>
            <a:ext cx="12191999" cy="503238"/>
            <a:chOff x="6000" y="6348762"/>
            <a:chExt cx="12191999" cy="50323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0C31A9C-EAF1-6065-345A-44ABDAA415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0" y="6348762"/>
              <a:ext cx="12191999" cy="503238"/>
            </a:xfrm>
            <a:prstGeom prst="rect">
              <a:avLst/>
            </a:prstGeom>
            <a:solidFill>
              <a:srgbClr val="0070C0"/>
            </a:solidFill>
            <a:ln w="9525">
              <a:noFill/>
              <a:miter lim="800000"/>
              <a:headEnd/>
              <a:tailEnd/>
            </a:ln>
            <a:effectLst>
              <a:outerShdw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>
              <a:defPPr>
                <a:defRPr lang="en-US"/>
              </a:defPPr>
              <a:lvl1pPr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1pPr>
              <a:lvl2pPr marL="4572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2pPr>
              <a:lvl3pPr marL="9144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3pPr>
              <a:lvl4pPr marL="13716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4pPr>
              <a:lvl5pPr marL="18288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10" name="Footer Placeholder 6">
              <a:extLst>
                <a:ext uri="{FF2B5EF4-FFF2-40B4-BE49-F238E27FC236}">
                  <a16:creationId xmlns:a16="http://schemas.microsoft.com/office/drawing/2014/main" id="{067ED714-15AA-02C5-479A-248C61D9F740}"/>
                </a:ext>
              </a:extLst>
            </p:cNvPr>
            <p:cNvSpPr txBox="1">
              <a:spLocks/>
            </p:cNvSpPr>
            <p:nvPr/>
          </p:nvSpPr>
          <p:spPr>
            <a:xfrm>
              <a:off x="4648200" y="6392353"/>
              <a:ext cx="32040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algn="ctr" defTabSz="457200" rtl="0" fontAlgn="auto">
                <a:spcBef>
                  <a:spcPts val="0"/>
                </a:spcBef>
                <a:spcAft>
                  <a:spcPts val="0"/>
                </a:spcAft>
                <a:defRPr sz="1200" kern="1200">
                  <a:solidFill>
                    <a:schemeClr val="tx1">
                      <a:tint val="75000"/>
                    </a:schemeClr>
                  </a:solidFill>
                  <a:latin typeface="TradeGothic"/>
                  <a:ea typeface="+mn-ea"/>
                  <a:cs typeface="+mn-cs"/>
                </a:defRPr>
              </a:lvl1pPr>
              <a:lvl2pPr marL="4572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2pPr>
              <a:lvl3pPr marL="9144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3pPr>
              <a:lvl4pPr marL="13716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4pPr>
              <a:lvl5pPr marL="18288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9pPr>
            </a:lstStyle>
            <a:p>
              <a:pPr>
                <a:defRPr/>
              </a:pPr>
              <a:r>
                <a:rPr lang="en-US" dirty="0">
                  <a:solidFill>
                    <a:schemeClr val="bg1"/>
                  </a:solidFill>
                </a:rPr>
                <a:t>Pitch For Tomorrow- Team Name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4E52C86-AD51-94F3-9EE3-0DE174B06699}"/>
              </a:ext>
            </a:extLst>
          </p:cNvPr>
          <p:cNvGrpSpPr/>
          <p:nvPr/>
        </p:nvGrpSpPr>
        <p:grpSpPr>
          <a:xfrm>
            <a:off x="46671" y="-4389"/>
            <a:ext cx="11843085" cy="594814"/>
            <a:chOff x="46671" y="-4389"/>
            <a:chExt cx="11843085" cy="59481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980B6C5-0755-511A-9468-1F3EB98E12CE}"/>
                </a:ext>
              </a:extLst>
            </p:cNvPr>
            <p:cNvGrpSpPr/>
            <p:nvPr/>
          </p:nvGrpSpPr>
          <p:grpSpPr>
            <a:xfrm>
              <a:off x="46671" y="-4389"/>
              <a:ext cx="11843085" cy="594814"/>
              <a:chOff x="161630" y="61875"/>
              <a:chExt cx="12091845" cy="712683"/>
            </a:xfrm>
          </p:grpSpPr>
          <p:pic>
            <p:nvPicPr>
              <p:cNvPr id="21" name="Picture 20" descr="A logo with blue and green colors&#10;&#10;AI-generated content may be incorrect.">
                <a:extLst>
                  <a:ext uri="{FF2B5EF4-FFF2-40B4-BE49-F238E27FC236}">
                    <a16:creationId xmlns:a16="http://schemas.microsoft.com/office/drawing/2014/main" id="{BB086A45-4C8A-DB7E-EA77-1E8FF491C8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1630" y="105009"/>
                <a:ext cx="862360" cy="669549"/>
              </a:xfrm>
              <a:prstGeom prst="rect">
                <a:avLst/>
              </a:prstGeom>
            </p:spPr>
          </p:pic>
          <p:pic>
            <p:nvPicPr>
              <p:cNvPr id="22" name="Picture 21" descr="A logo with blue and yellow colors&#10;&#10;AI-generated content may be incorrect.">
                <a:extLst>
                  <a:ext uri="{FF2B5EF4-FFF2-40B4-BE49-F238E27FC236}">
                    <a16:creationId xmlns:a16="http://schemas.microsoft.com/office/drawing/2014/main" id="{388EC7FB-53C0-758C-9F43-550C963177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62016" y="61875"/>
                <a:ext cx="1328765" cy="653070"/>
              </a:xfrm>
              <a:prstGeom prst="rect">
                <a:avLst/>
              </a:prstGeom>
            </p:spPr>
          </p:pic>
          <p:pic>
            <p:nvPicPr>
              <p:cNvPr id="23" name="Picture 22" descr="A blue and red logo&#10;&#10;AI-generated content may be incorrect.">
                <a:extLst>
                  <a:ext uri="{FF2B5EF4-FFF2-40B4-BE49-F238E27FC236}">
                    <a16:creationId xmlns:a16="http://schemas.microsoft.com/office/drawing/2014/main" id="{A5893C59-C67F-A13E-5D47-2C6B0CE6C6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682257" y="77944"/>
                <a:ext cx="1571218" cy="607010"/>
              </a:xfrm>
              <a:prstGeom prst="rect">
                <a:avLst/>
              </a:prstGeom>
            </p:spPr>
          </p:pic>
          <p:pic>
            <p:nvPicPr>
              <p:cNvPr id="24" name="Picture 23" descr="A black and white logo&#10;&#10;AI-generated content may be incorrect.">
                <a:extLst>
                  <a:ext uri="{FF2B5EF4-FFF2-40B4-BE49-F238E27FC236}">
                    <a16:creationId xmlns:a16="http://schemas.microsoft.com/office/drawing/2014/main" id="{20C63C78-806D-E35B-028F-8454AC76E1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435008" y="64190"/>
                <a:ext cx="649585" cy="703264"/>
              </a:xfrm>
              <a:prstGeom prst="rect">
                <a:avLst/>
              </a:prstGeom>
            </p:spPr>
          </p:pic>
        </p:grpSp>
        <p:pic>
          <p:nvPicPr>
            <p:cNvPr id="20" name="Picture 19" descr="A logo with people in the shape of a light bulb&#10;&#10;AI-generated content may be incorrect.">
              <a:extLst>
                <a:ext uri="{FF2B5EF4-FFF2-40B4-BE49-F238E27FC236}">
                  <a16:creationId xmlns:a16="http://schemas.microsoft.com/office/drawing/2014/main" id="{FD085476-FF22-3754-35F4-408D95CE49F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105888" y="-1387"/>
              <a:ext cx="858225" cy="590775"/>
            </a:xfrm>
            <a:prstGeom prst="rect">
              <a:avLst/>
            </a:prstGeom>
          </p:spPr>
        </p:pic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76E805DE-E5DE-7122-334E-F20E5AE2198C}"/>
              </a:ext>
            </a:extLst>
          </p:cNvPr>
          <p:cNvSpPr>
            <a:spLocks noGrp="1"/>
          </p:cNvSpPr>
          <p:nvPr/>
        </p:nvSpPr>
        <p:spPr bwMode="auto">
          <a:xfrm>
            <a:off x="608104" y="293443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3600" b="1" dirty="0">
                <a:latin typeface="Times New Roman"/>
                <a:ea typeface="ＭＳ Ｐゴシック"/>
                <a:cs typeface="Times New Roman"/>
              </a:rPr>
              <a:t>TEAM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5408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50A47-A4F7-8021-92FE-C7F35A7F8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969492C8-DB4F-E303-92A7-918326A20706}"/>
              </a:ext>
            </a:extLst>
          </p:cNvPr>
          <p:cNvGrpSpPr/>
          <p:nvPr/>
        </p:nvGrpSpPr>
        <p:grpSpPr>
          <a:xfrm>
            <a:off x="6000" y="6348762"/>
            <a:ext cx="12191999" cy="503238"/>
            <a:chOff x="6000" y="6348762"/>
            <a:chExt cx="12191999" cy="50323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F2D59DC-AE22-21D8-AF5B-8976FE1543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0" y="6348762"/>
              <a:ext cx="12191999" cy="503238"/>
            </a:xfrm>
            <a:prstGeom prst="rect">
              <a:avLst/>
            </a:prstGeom>
            <a:solidFill>
              <a:srgbClr val="0070C0"/>
            </a:solidFill>
            <a:ln w="9525">
              <a:noFill/>
              <a:miter lim="800000"/>
              <a:headEnd/>
              <a:tailEnd/>
            </a:ln>
            <a:effectLst>
              <a:outerShdw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>
              <a:defPPr>
                <a:defRPr lang="en-US"/>
              </a:defPPr>
              <a:lvl1pPr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1pPr>
              <a:lvl2pPr marL="4572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2pPr>
              <a:lvl3pPr marL="9144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3pPr>
              <a:lvl4pPr marL="13716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4pPr>
              <a:lvl5pPr marL="18288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10" name="Footer Placeholder 6">
              <a:extLst>
                <a:ext uri="{FF2B5EF4-FFF2-40B4-BE49-F238E27FC236}">
                  <a16:creationId xmlns:a16="http://schemas.microsoft.com/office/drawing/2014/main" id="{3F68DF1F-A43D-0F59-FAF2-A559FB852D37}"/>
                </a:ext>
              </a:extLst>
            </p:cNvPr>
            <p:cNvSpPr txBox="1">
              <a:spLocks/>
            </p:cNvSpPr>
            <p:nvPr/>
          </p:nvSpPr>
          <p:spPr>
            <a:xfrm>
              <a:off x="4648200" y="6392353"/>
              <a:ext cx="32040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algn="ctr" defTabSz="457200" rtl="0" fontAlgn="auto">
                <a:spcBef>
                  <a:spcPts val="0"/>
                </a:spcBef>
                <a:spcAft>
                  <a:spcPts val="0"/>
                </a:spcAft>
                <a:defRPr sz="1200" kern="1200">
                  <a:solidFill>
                    <a:schemeClr val="tx1">
                      <a:tint val="75000"/>
                    </a:schemeClr>
                  </a:solidFill>
                  <a:latin typeface="TradeGothic"/>
                  <a:ea typeface="+mn-ea"/>
                  <a:cs typeface="+mn-cs"/>
                </a:defRPr>
              </a:lvl1pPr>
              <a:lvl2pPr marL="4572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2pPr>
              <a:lvl3pPr marL="9144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3pPr>
              <a:lvl4pPr marL="13716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4pPr>
              <a:lvl5pPr marL="18288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9pPr>
            </a:lstStyle>
            <a:p>
              <a:pPr>
                <a:defRPr/>
              </a:pPr>
              <a:r>
                <a:rPr lang="en-US" dirty="0">
                  <a:solidFill>
                    <a:schemeClr val="bg1"/>
                  </a:solidFill>
                </a:rPr>
                <a:t>Pitch For Tomorrow- Team Name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3FA6BB9-245D-7247-9AEF-695002E23D88}"/>
              </a:ext>
            </a:extLst>
          </p:cNvPr>
          <p:cNvGrpSpPr/>
          <p:nvPr/>
        </p:nvGrpSpPr>
        <p:grpSpPr>
          <a:xfrm>
            <a:off x="46671" y="-4389"/>
            <a:ext cx="11843085" cy="594814"/>
            <a:chOff x="46671" y="-4389"/>
            <a:chExt cx="11843085" cy="59481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A0BFEA2C-44BB-D817-E5F7-F69D371FE6FA}"/>
                </a:ext>
              </a:extLst>
            </p:cNvPr>
            <p:cNvGrpSpPr/>
            <p:nvPr/>
          </p:nvGrpSpPr>
          <p:grpSpPr>
            <a:xfrm>
              <a:off x="46671" y="-4389"/>
              <a:ext cx="11843085" cy="594814"/>
              <a:chOff x="161630" y="61875"/>
              <a:chExt cx="12091845" cy="712683"/>
            </a:xfrm>
          </p:grpSpPr>
          <p:pic>
            <p:nvPicPr>
              <p:cNvPr id="21" name="Picture 20" descr="A logo with blue and green colors&#10;&#10;AI-generated content may be incorrect.">
                <a:extLst>
                  <a:ext uri="{FF2B5EF4-FFF2-40B4-BE49-F238E27FC236}">
                    <a16:creationId xmlns:a16="http://schemas.microsoft.com/office/drawing/2014/main" id="{6AB62F93-93A2-B3CC-85D6-270B1CE28E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1630" y="105009"/>
                <a:ext cx="862360" cy="669549"/>
              </a:xfrm>
              <a:prstGeom prst="rect">
                <a:avLst/>
              </a:prstGeom>
            </p:spPr>
          </p:pic>
          <p:pic>
            <p:nvPicPr>
              <p:cNvPr id="22" name="Picture 21" descr="A logo with blue and yellow colors&#10;&#10;AI-generated content may be incorrect.">
                <a:extLst>
                  <a:ext uri="{FF2B5EF4-FFF2-40B4-BE49-F238E27FC236}">
                    <a16:creationId xmlns:a16="http://schemas.microsoft.com/office/drawing/2014/main" id="{4FBB9DAA-87E7-45AA-2233-2AC73F4AB1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62016" y="61875"/>
                <a:ext cx="1328765" cy="653070"/>
              </a:xfrm>
              <a:prstGeom prst="rect">
                <a:avLst/>
              </a:prstGeom>
            </p:spPr>
          </p:pic>
          <p:pic>
            <p:nvPicPr>
              <p:cNvPr id="23" name="Picture 22" descr="A blue and red logo&#10;&#10;AI-generated content may be incorrect.">
                <a:extLst>
                  <a:ext uri="{FF2B5EF4-FFF2-40B4-BE49-F238E27FC236}">
                    <a16:creationId xmlns:a16="http://schemas.microsoft.com/office/drawing/2014/main" id="{5AB151E9-A36F-6010-7F6A-E55BB8BBB5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682257" y="77944"/>
                <a:ext cx="1571218" cy="607010"/>
              </a:xfrm>
              <a:prstGeom prst="rect">
                <a:avLst/>
              </a:prstGeom>
            </p:spPr>
          </p:pic>
          <p:pic>
            <p:nvPicPr>
              <p:cNvPr id="24" name="Picture 23" descr="A black and white logo&#10;&#10;AI-generated content may be incorrect.">
                <a:extLst>
                  <a:ext uri="{FF2B5EF4-FFF2-40B4-BE49-F238E27FC236}">
                    <a16:creationId xmlns:a16="http://schemas.microsoft.com/office/drawing/2014/main" id="{36AB5D3A-484F-11E6-3709-6E1D9CB7E1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435008" y="64190"/>
                <a:ext cx="649585" cy="703264"/>
              </a:xfrm>
              <a:prstGeom prst="rect">
                <a:avLst/>
              </a:prstGeom>
            </p:spPr>
          </p:pic>
        </p:grpSp>
        <p:pic>
          <p:nvPicPr>
            <p:cNvPr id="20" name="Picture 19" descr="A logo with people in the shape of a light bulb&#10;&#10;AI-generated content may be incorrect.">
              <a:extLst>
                <a:ext uri="{FF2B5EF4-FFF2-40B4-BE49-F238E27FC236}">
                  <a16:creationId xmlns:a16="http://schemas.microsoft.com/office/drawing/2014/main" id="{F6912EAB-AC6E-6BE8-8E90-44BF0D0B5D6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105888" y="-1387"/>
              <a:ext cx="858225" cy="590775"/>
            </a:xfrm>
            <a:prstGeom prst="rect">
              <a:avLst/>
            </a:prstGeom>
          </p:spPr>
        </p:pic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55E7CB19-B463-A496-3F81-3182CF782E4A}"/>
              </a:ext>
            </a:extLst>
          </p:cNvPr>
          <p:cNvSpPr>
            <a:spLocks noGrp="1"/>
          </p:cNvSpPr>
          <p:nvPr/>
        </p:nvSpPr>
        <p:spPr bwMode="auto">
          <a:xfrm>
            <a:off x="608104" y="293443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3600" b="1" dirty="0">
                <a:latin typeface="Times New Roman"/>
                <a:ea typeface="ＭＳ Ｐゴシック"/>
                <a:cs typeface="Times New Roman"/>
              </a:rPr>
              <a:t>REFERENCES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4163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FFEDC-94F6-5F1A-A1DF-DD0FAA838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5618FA96-3A68-243D-F6A3-068F8F2A4976}"/>
              </a:ext>
            </a:extLst>
          </p:cNvPr>
          <p:cNvGrpSpPr/>
          <p:nvPr/>
        </p:nvGrpSpPr>
        <p:grpSpPr>
          <a:xfrm>
            <a:off x="6000" y="6348762"/>
            <a:ext cx="12191999" cy="503238"/>
            <a:chOff x="6000" y="6348762"/>
            <a:chExt cx="12191999" cy="50323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3D4CBA7-F589-7A12-5DA0-C4E917B765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0" y="6348762"/>
              <a:ext cx="12191999" cy="503238"/>
            </a:xfrm>
            <a:prstGeom prst="rect">
              <a:avLst/>
            </a:prstGeom>
            <a:solidFill>
              <a:srgbClr val="0070C0"/>
            </a:solidFill>
            <a:ln w="9525">
              <a:noFill/>
              <a:miter lim="800000"/>
              <a:headEnd/>
              <a:tailEnd/>
            </a:ln>
            <a:effectLst>
              <a:outerShdw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>
              <a:defPPr>
                <a:defRPr lang="en-US"/>
              </a:defPPr>
              <a:lvl1pPr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1pPr>
              <a:lvl2pPr marL="4572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2pPr>
              <a:lvl3pPr marL="9144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3pPr>
              <a:lvl4pPr marL="13716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4pPr>
              <a:lvl5pPr marL="18288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10" name="Footer Placeholder 6">
              <a:extLst>
                <a:ext uri="{FF2B5EF4-FFF2-40B4-BE49-F238E27FC236}">
                  <a16:creationId xmlns:a16="http://schemas.microsoft.com/office/drawing/2014/main" id="{21E83A53-0FE1-58B4-25D3-11F1F23C003C}"/>
                </a:ext>
              </a:extLst>
            </p:cNvPr>
            <p:cNvSpPr txBox="1">
              <a:spLocks/>
            </p:cNvSpPr>
            <p:nvPr/>
          </p:nvSpPr>
          <p:spPr>
            <a:xfrm>
              <a:off x="4648200" y="6392353"/>
              <a:ext cx="32040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algn="ctr" defTabSz="457200" rtl="0" fontAlgn="auto">
                <a:spcBef>
                  <a:spcPts val="0"/>
                </a:spcBef>
                <a:spcAft>
                  <a:spcPts val="0"/>
                </a:spcAft>
                <a:defRPr sz="1200" kern="1200">
                  <a:solidFill>
                    <a:schemeClr val="tx1">
                      <a:tint val="75000"/>
                    </a:schemeClr>
                  </a:solidFill>
                  <a:latin typeface="TradeGothic"/>
                  <a:ea typeface="+mn-ea"/>
                  <a:cs typeface="+mn-cs"/>
                </a:defRPr>
              </a:lvl1pPr>
              <a:lvl2pPr marL="4572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2pPr>
              <a:lvl3pPr marL="9144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3pPr>
              <a:lvl4pPr marL="13716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4pPr>
              <a:lvl5pPr marL="18288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9pPr>
            </a:lstStyle>
            <a:p>
              <a:pPr>
                <a:defRPr/>
              </a:pPr>
              <a:r>
                <a:rPr lang="en-US" dirty="0">
                  <a:solidFill>
                    <a:schemeClr val="bg1"/>
                  </a:solidFill>
                </a:rPr>
                <a:t>Pitch For Tomorrow- Team Name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59BDA9C-B650-2EA3-36AD-CDA1CE14BA2F}"/>
              </a:ext>
            </a:extLst>
          </p:cNvPr>
          <p:cNvGrpSpPr/>
          <p:nvPr/>
        </p:nvGrpSpPr>
        <p:grpSpPr>
          <a:xfrm>
            <a:off x="46671" y="-4389"/>
            <a:ext cx="11843085" cy="594814"/>
            <a:chOff x="46671" y="-4389"/>
            <a:chExt cx="11843085" cy="59481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19C1292E-B1DF-73AA-9505-618EBF100A2A}"/>
                </a:ext>
              </a:extLst>
            </p:cNvPr>
            <p:cNvGrpSpPr/>
            <p:nvPr/>
          </p:nvGrpSpPr>
          <p:grpSpPr>
            <a:xfrm>
              <a:off x="46671" y="-4389"/>
              <a:ext cx="11843085" cy="594814"/>
              <a:chOff x="161630" y="61875"/>
              <a:chExt cx="12091845" cy="712683"/>
            </a:xfrm>
          </p:grpSpPr>
          <p:pic>
            <p:nvPicPr>
              <p:cNvPr id="21" name="Picture 20" descr="A logo with blue and green colors&#10;&#10;AI-generated content may be incorrect.">
                <a:extLst>
                  <a:ext uri="{FF2B5EF4-FFF2-40B4-BE49-F238E27FC236}">
                    <a16:creationId xmlns:a16="http://schemas.microsoft.com/office/drawing/2014/main" id="{FFF82D37-CFA0-9C6B-CD40-6B9206D27C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1630" y="105009"/>
                <a:ext cx="862360" cy="669549"/>
              </a:xfrm>
              <a:prstGeom prst="rect">
                <a:avLst/>
              </a:prstGeom>
            </p:spPr>
          </p:pic>
          <p:pic>
            <p:nvPicPr>
              <p:cNvPr id="22" name="Picture 21" descr="A logo with blue and yellow colors&#10;&#10;AI-generated content may be incorrect.">
                <a:extLst>
                  <a:ext uri="{FF2B5EF4-FFF2-40B4-BE49-F238E27FC236}">
                    <a16:creationId xmlns:a16="http://schemas.microsoft.com/office/drawing/2014/main" id="{EC2DAFC1-6180-C0CD-E0D8-955AE9B142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62016" y="61875"/>
                <a:ext cx="1328765" cy="653070"/>
              </a:xfrm>
              <a:prstGeom prst="rect">
                <a:avLst/>
              </a:prstGeom>
            </p:spPr>
          </p:pic>
          <p:pic>
            <p:nvPicPr>
              <p:cNvPr id="23" name="Picture 22" descr="A blue and red logo&#10;&#10;AI-generated content may be incorrect.">
                <a:extLst>
                  <a:ext uri="{FF2B5EF4-FFF2-40B4-BE49-F238E27FC236}">
                    <a16:creationId xmlns:a16="http://schemas.microsoft.com/office/drawing/2014/main" id="{E940BDA8-4674-69B7-1544-C6482EC431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682257" y="77944"/>
                <a:ext cx="1571218" cy="607010"/>
              </a:xfrm>
              <a:prstGeom prst="rect">
                <a:avLst/>
              </a:prstGeom>
            </p:spPr>
          </p:pic>
          <p:pic>
            <p:nvPicPr>
              <p:cNvPr id="24" name="Picture 23" descr="A black and white logo&#10;&#10;AI-generated content may be incorrect.">
                <a:extLst>
                  <a:ext uri="{FF2B5EF4-FFF2-40B4-BE49-F238E27FC236}">
                    <a16:creationId xmlns:a16="http://schemas.microsoft.com/office/drawing/2014/main" id="{6E064E4F-EF2F-601C-D087-A67577E152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435008" y="64190"/>
                <a:ext cx="649585" cy="703264"/>
              </a:xfrm>
              <a:prstGeom prst="rect">
                <a:avLst/>
              </a:prstGeom>
            </p:spPr>
          </p:pic>
        </p:grpSp>
        <p:pic>
          <p:nvPicPr>
            <p:cNvPr id="20" name="Picture 19" descr="A logo with people in the shape of a light bulb&#10;&#10;AI-generated content may be incorrect.">
              <a:extLst>
                <a:ext uri="{FF2B5EF4-FFF2-40B4-BE49-F238E27FC236}">
                  <a16:creationId xmlns:a16="http://schemas.microsoft.com/office/drawing/2014/main" id="{73CF55A3-80D6-C653-677F-9B7A6443B4C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105888" y="-1387"/>
              <a:ext cx="858225" cy="590775"/>
            </a:xfrm>
            <a:prstGeom prst="rect">
              <a:avLst/>
            </a:prstGeom>
          </p:spPr>
        </p:pic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0B3C755E-FE70-58F3-B576-070E7E8245A8}"/>
              </a:ext>
            </a:extLst>
          </p:cNvPr>
          <p:cNvSpPr>
            <a:spLocks noGrp="1"/>
          </p:cNvSpPr>
          <p:nvPr/>
        </p:nvSpPr>
        <p:spPr bwMode="auto">
          <a:xfrm>
            <a:off x="608104" y="293443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3600" b="1" dirty="0">
                <a:latin typeface="Times New Roman"/>
                <a:ea typeface="ＭＳ Ｐゴシック"/>
                <a:cs typeface="Times New Roman"/>
              </a:rPr>
              <a:t>Instruction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0B26A7-F763-52AC-DF8D-49D96D2C390E}"/>
              </a:ext>
            </a:extLst>
          </p:cNvPr>
          <p:cNvSpPr txBox="1"/>
          <p:nvPr/>
        </p:nvSpPr>
        <p:spPr>
          <a:xfrm>
            <a:off x="2731337" y="1040719"/>
            <a:ext cx="6917434" cy="40934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GB" sz="2000" dirty="0">
                <a:latin typeface="Times New Roman"/>
                <a:ea typeface="+mn-lt"/>
                <a:cs typeface="+mn-lt"/>
              </a:rPr>
              <a:t>Pitch duration: 7 minutes presentation + 3 minutes Q&amp;A</a:t>
            </a:r>
            <a:endParaRPr lang="en-US" sz="200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GB" sz="2000" dirty="0">
                <a:latin typeface="Times New Roman"/>
                <a:ea typeface="+mn-lt"/>
                <a:cs typeface="+mn-lt"/>
              </a:rPr>
              <a:t>Use clear, concise points; avoid lengthy paragraphs</a:t>
            </a:r>
            <a:endParaRPr lang="en-GB" sz="200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GB" sz="2000" dirty="0">
                <a:latin typeface="Times New Roman"/>
                <a:ea typeface="+mn-lt"/>
                <a:cs typeface="+mn-lt"/>
              </a:rPr>
              <a:t>Prefer visuals, diagrams, icons, and charts over text</a:t>
            </a:r>
            <a:endParaRPr lang="en-GB" sz="200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GB" sz="2000" dirty="0">
                <a:latin typeface="Times New Roman"/>
                <a:ea typeface="+mn-lt"/>
                <a:cs typeface="+mn-lt"/>
              </a:rPr>
              <a:t>Focus clearly on problem, solution, innovation, and impact</a:t>
            </a:r>
            <a:endParaRPr lang="en-GB" sz="200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GB" sz="2000" dirty="0">
                <a:latin typeface="Times New Roman"/>
                <a:ea typeface="+mn-lt"/>
                <a:cs typeface="+mn-lt"/>
              </a:rPr>
              <a:t>Maintain readable fonts and consistent slide design</a:t>
            </a:r>
            <a:endParaRPr lang="en-GB" sz="200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GB" sz="2000" dirty="0">
                <a:latin typeface="Times New Roman"/>
                <a:ea typeface="+mn-lt"/>
                <a:cs typeface="+mn-lt"/>
              </a:rPr>
              <a:t>Ensure slides support the pitch, not replace the explanation</a:t>
            </a:r>
            <a:endParaRPr lang="en-GB" sz="200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GB" sz="2000" dirty="0">
                <a:latin typeface="Times New Roman"/>
                <a:ea typeface="+mn-lt"/>
                <a:cs typeface="+mn-lt"/>
              </a:rPr>
              <a:t>Be prepared to justify assumptions and numbers during Q&amp;A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GB" sz="2000" dirty="0">
                <a:latin typeface="Times New Roman"/>
                <a:ea typeface="+mn-lt"/>
                <a:cs typeface="+mn-lt"/>
              </a:rPr>
              <a:t>Keep the presentation within the allotted time</a:t>
            </a:r>
            <a:endParaRPr lang="en-GB" sz="2000" b="1" dirty="0">
              <a:latin typeface="Times New Roman"/>
              <a:ea typeface="+mn-lt"/>
              <a:cs typeface="+mn-lt"/>
            </a:endParaRPr>
          </a:p>
          <a:p>
            <a:endParaRPr lang="en-GB" sz="2000" dirty="0">
              <a:latin typeface="Times New Roman"/>
              <a:cs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E6133A-4F42-C082-4498-824D09FA89EC}"/>
              </a:ext>
            </a:extLst>
          </p:cNvPr>
          <p:cNvSpPr txBox="1"/>
          <p:nvPr/>
        </p:nvSpPr>
        <p:spPr>
          <a:xfrm>
            <a:off x="3996078" y="5133323"/>
            <a:ext cx="544883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Delete this slide before uploading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2414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 </cp:lastModifiedBy>
  <cp:revision>166</cp:revision>
  <dcterms:created xsi:type="dcterms:W3CDTF">2013-07-15T20:26:40Z</dcterms:created>
  <dcterms:modified xsi:type="dcterms:W3CDTF">2026-02-05T04:33:13Z</dcterms:modified>
</cp:coreProperties>
</file>